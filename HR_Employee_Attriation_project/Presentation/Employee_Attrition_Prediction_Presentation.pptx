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0" y="0"/>
            <a:ext cx="12227975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1697" y="1871132"/>
            <a:ext cx="6813894" cy="1515533"/>
          </a:xfrm>
        </p:spPr>
        <p:txBody>
          <a:bodyPr anchor="b">
            <a:noAutofit/>
          </a:bodyPr>
          <a:lstStyle>
            <a:lvl1pPr algn="ctr">
              <a:defRPr sz="53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1697" y="3657597"/>
            <a:ext cx="6813894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1154" y="5037663"/>
            <a:ext cx="897233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1696" y="5037663"/>
            <a:ext cx="5213277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568" y="5037663"/>
            <a:ext cx="55102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1698" y="3522131"/>
            <a:ext cx="68138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251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544" y="1752606"/>
            <a:ext cx="8156563" cy="1822514"/>
          </a:xfrm>
        </p:spPr>
        <p:txBody>
          <a:bodyPr anchor="b">
            <a:normAutofit/>
          </a:bodyPr>
          <a:lstStyle>
            <a:lvl1pPr algn="ctr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542" y="3846052"/>
            <a:ext cx="8156565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199" y="3710585"/>
            <a:ext cx="81612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58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110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9734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39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063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9061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9061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42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36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4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74" y="1388534"/>
            <a:ext cx="371748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57" y="982132"/>
            <a:ext cx="5468042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474" y="3031065"/>
            <a:ext cx="371748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5805" y="2912533"/>
            <a:ext cx="35135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82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1" y="1883832"/>
            <a:ext cx="6240191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2724" y="1041400"/>
            <a:ext cx="3062549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1" y="3255432"/>
            <a:ext cx="624019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40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4815415"/>
            <a:ext cx="9607163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156" y="1041400"/>
            <a:ext cx="10103340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4" y="5382153"/>
            <a:ext cx="9607163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14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528" y="982132"/>
            <a:ext cx="9590234" cy="2954868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528" y="4343400"/>
            <a:ext cx="959023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179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343400"/>
            <a:ext cx="9607163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7507" y="282787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259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5" y="3308581"/>
            <a:ext cx="9607165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777381"/>
            <a:ext cx="9607165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21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9312"/>
            <a:ext cx="9607165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529667"/>
            <a:ext cx="960716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7507" y="25992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952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982132"/>
            <a:ext cx="9607163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0168"/>
            <a:ext cx="9607165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4470400"/>
            <a:ext cx="9607167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295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150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7013" y="982132"/>
            <a:ext cx="1890403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061" y="982132"/>
            <a:ext cx="7431089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1582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423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2" y="0"/>
            <a:ext cx="12226777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065" y="982133"/>
            <a:ext cx="95986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2556932"/>
            <a:ext cx="95986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5241" y="5969000"/>
            <a:ext cx="15997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064" y="5969000"/>
            <a:ext cx="73039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1205" y="5969000"/>
            <a:ext cx="5425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7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063" rtl="0" eaLnBrk="1" latinLnBrk="0" hangingPunct="1">
        <a:spcBef>
          <a:spcPct val="0"/>
        </a:spcBef>
        <a:buNone/>
        <a:defRPr sz="439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3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9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7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3768" y="2672868"/>
            <a:ext cx="6417523" cy="968128"/>
          </a:xfrm>
        </p:spPr>
        <p:txBody>
          <a:bodyPr/>
          <a:lstStyle/>
          <a:p>
            <a:r>
              <a:rPr dirty="0"/>
              <a:t>Employee Attrition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5582" y="3868612"/>
            <a:ext cx="6813894" cy="1320802"/>
          </a:xfrm>
        </p:spPr>
        <p:txBody>
          <a:bodyPr>
            <a:normAutofit fontScale="92500" lnSpcReduction="10000"/>
          </a:bodyPr>
          <a:lstStyle/>
          <a:p>
            <a:pPr>
              <a:defRPr sz="2400"/>
            </a:pPr>
            <a:r>
              <a:rPr dirty="0"/>
              <a:t>End-to-end ML project for HR analytics</a:t>
            </a:r>
          </a:p>
          <a:p>
            <a:pPr>
              <a:defRPr sz="2400"/>
            </a:pPr>
            <a:r>
              <a:rPr dirty="0"/>
              <a:t>Predict employee attrition using classification models</a:t>
            </a:r>
          </a:p>
          <a:p>
            <a:pPr>
              <a:defRPr sz="2400"/>
            </a:pPr>
            <a:r>
              <a:rPr dirty="0"/>
              <a:t>Prepared by: Amit Rathod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Employee attrition increases hiring costs and productivity loss</a:t>
            </a:r>
          </a:p>
          <a:p>
            <a:pPr>
              <a:defRPr sz="2400"/>
            </a:pPr>
            <a:r>
              <a:t>Identify employees at risk of leaving</a:t>
            </a:r>
          </a:p>
          <a:p>
            <a:pPr>
              <a:defRPr sz="2400"/>
            </a:pPr>
            <a:r>
              <a:t>Support proactive HR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HR Employee Attrition dataset</a:t>
            </a:r>
          </a:p>
          <a:p>
            <a:pPr>
              <a:defRPr sz="2400"/>
            </a:pPr>
            <a:r>
              <a:t>Target variable: Attrition (Yes/No)</a:t>
            </a:r>
          </a:p>
          <a:p>
            <a:pPr>
              <a:defRPr sz="2400"/>
            </a:pPr>
            <a:r>
              <a:t>Demographic, compensation, job and performance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Checked dataset structure and quality</a:t>
            </a:r>
          </a:p>
          <a:p>
            <a:pPr>
              <a:defRPr sz="2400"/>
            </a:pPr>
            <a:r>
              <a:t>Performed univariate, bivariate and correlation analysis</a:t>
            </a:r>
          </a:p>
          <a:p>
            <a:pPr>
              <a:defRPr sz="2400"/>
            </a:pPr>
            <a:r>
              <a:t>Identified patterns influencing attrition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Missing/duplicate analysis</a:t>
            </a:r>
          </a:p>
          <a:p>
            <a:pPr>
              <a:defRPr sz="2400"/>
            </a:pPr>
            <a:r>
              <a:t>Encoding categorical variables</a:t>
            </a:r>
          </a:p>
          <a:p>
            <a:pPr>
              <a:defRPr sz="2400"/>
            </a:pPr>
            <a:r>
              <a:t>Feature scaling and train-test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Built Logistic Regression, Decision Tree, Random Forest, KNN and SVM</a:t>
            </a:r>
          </a:p>
          <a:p>
            <a:pPr>
              <a:defRPr sz="2400"/>
            </a:pPr>
            <a:r>
              <a:t>Trained on processed dataset</a:t>
            </a:r>
          </a:p>
          <a:p>
            <a:pPr>
              <a:defRPr sz="2400"/>
            </a:pPr>
            <a:r>
              <a:t>Compared model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Used Accuracy, Precision, Recall and F1-Score</a:t>
            </a:r>
          </a:p>
          <a:p>
            <a:pPr>
              <a:defRPr sz="2400"/>
            </a:pPr>
            <a:r>
              <a:t>Analyzed confusion matrices</a:t>
            </a:r>
          </a:p>
          <a:p>
            <a:pPr>
              <a:defRPr sz="2400"/>
            </a:pPr>
            <a:r>
              <a:t>Selected best-performing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Income, age, overtime and tenure influence attrition</a:t>
            </a:r>
          </a:p>
          <a:p>
            <a:pPr>
              <a:defRPr sz="2400"/>
            </a:pPr>
            <a:r>
              <a:t>Feature importance identified key predictors</a:t>
            </a:r>
          </a:p>
          <a:p>
            <a:pPr>
              <a:defRPr sz="2400"/>
            </a:pPr>
            <a:r>
              <a:t>Insights support HR retention strategies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Improve compensation and career growth</a:t>
            </a:r>
          </a:p>
          <a:p>
            <a:pPr>
              <a:defRPr sz="2400"/>
            </a:pPr>
            <a:r>
              <a:t>Reduce excessive overtime</a:t>
            </a:r>
          </a:p>
          <a:p>
            <a:pPr>
              <a:defRPr sz="2400"/>
            </a:pPr>
            <a:r>
              <a:t>Use prediction model for proactive retention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End-to-end ML pipeline completed</a:t>
            </a:r>
          </a:p>
          <a:p>
            <a:pPr>
              <a:defRPr sz="2400"/>
            </a:pPr>
            <a:r>
              <a:t>Deploy as HR decision support tool</a:t>
            </a:r>
          </a:p>
          <a:p>
            <a:pPr>
              <a:defRPr sz="2400"/>
            </a:pPr>
            <a:r>
              <a:t>Future work: tuning, dashboard, retraining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</TotalTime>
  <Words>203</Words>
  <Application>Microsoft Office PowerPoint</Application>
  <PresentationFormat>Custom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Employee Attrition Prediction using Machine Learning</vt:lpstr>
      <vt:lpstr>Business Problem &amp; Objectives</vt:lpstr>
      <vt:lpstr>Dataset Understanding</vt:lpstr>
      <vt:lpstr>Exploratory Data Analysis (EDA)</vt:lpstr>
      <vt:lpstr>Data Preprocessing &amp; Feature Engineering</vt:lpstr>
      <vt:lpstr>Model Development</vt:lpstr>
      <vt:lpstr>Model Evaluation</vt:lpstr>
      <vt:lpstr>Business Insights</vt:lpstr>
      <vt:lpstr>Recommendations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Prediction using Machine Learning</dc:title>
  <dc:subject/>
  <dc:creator/>
  <cp:keywords/>
  <dc:description>generated using python-pptx</dc:description>
  <cp:lastModifiedBy>Abhishek Kundley</cp:lastModifiedBy>
  <cp:revision>2</cp:revision>
  <dcterms:created xsi:type="dcterms:W3CDTF">2013-01-27T09:14:16Z</dcterms:created>
  <dcterms:modified xsi:type="dcterms:W3CDTF">2026-08-04T13:53:26Z</dcterms:modified>
  <cp:category/>
</cp:coreProperties>
</file>